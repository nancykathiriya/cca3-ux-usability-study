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cy Kathiriya" userId="5fce7ae6ad5bcf7e" providerId="LiveId" clId="{41CA6CC8-EC68-4E7D-8649-FCD22F457930}"/>
    <pc:docChg chg="undo custSel modSld">
      <pc:chgData name="Nancy Kathiriya" userId="5fce7ae6ad5bcf7e" providerId="LiveId" clId="{41CA6CC8-EC68-4E7D-8649-FCD22F457930}" dt="2026-10-23T17:30:37.309" v="82" actId="20577"/>
      <pc:docMkLst>
        <pc:docMk/>
      </pc:docMkLst>
      <pc:sldChg chg="modSp mod">
        <pc:chgData name="Nancy Kathiriya" userId="5fce7ae6ad5bcf7e" providerId="LiveId" clId="{41CA6CC8-EC68-4E7D-8649-FCD22F457930}" dt="2026-10-23T17:30:37.309" v="82" actId="20577"/>
        <pc:sldMkLst>
          <pc:docMk/>
          <pc:sldMk cId="1479438126" sldId="257"/>
        </pc:sldMkLst>
        <pc:spChg chg="mod">
          <ac:chgData name="Nancy Kathiriya" userId="5fce7ae6ad5bcf7e" providerId="LiveId" clId="{41CA6CC8-EC68-4E7D-8649-FCD22F457930}" dt="2026-10-23T17:30:37.309" v="82" actId="20577"/>
          <ac:spMkLst>
            <pc:docMk/>
            <pc:sldMk cId="1479438126" sldId="257"/>
            <ac:spMk id="5" creationId="{53D59AF1-AEAB-DAEA-7842-4C785AC692D7}"/>
          </ac:spMkLst>
        </pc:spChg>
      </pc:sldChg>
      <pc:sldChg chg="addSp delSp modSp mod">
        <pc:chgData name="Nancy Kathiriya" userId="5fce7ae6ad5bcf7e" providerId="LiveId" clId="{41CA6CC8-EC68-4E7D-8649-FCD22F457930}" dt="2026-09-23T14:23:36.069" v="42" actId="22"/>
        <pc:sldMkLst>
          <pc:docMk/>
          <pc:sldMk cId="2893822904" sldId="258"/>
        </pc:sldMkLst>
        <pc:picChg chg="add del">
          <ac:chgData name="Nancy Kathiriya" userId="5fce7ae6ad5bcf7e" providerId="LiveId" clId="{41CA6CC8-EC68-4E7D-8649-FCD22F457930}" dt="2026-09-23T14:23:34.946" v="41" actId="478"/>
          <ac:picMkLst>
            <pc:docMk/>
            <pc:sldMk cId="2893822904" sldId="258"/>
            <ac:picMk id="3" creationId="{B390FCA2-4C1C-E293-E5D3-BD42CE7ED63A}"/>
          </ac:picMkLst>
        </pc:picChg>
      </pc:sldChg>
      <pc:sldChg chg="addSp delSp modSp mod">
        <pc:chgData name="Nancy Kathiriya" userId="5fce7ae6ad5bcf7e" providerId="LiveId" clId="{41CA6CC8-EC68-4E7D-8649-FCD22F457930}" dt="2026-09-23T14:23:32.386" v="34" actId="478"/>
        <pc:sldMkLst>
          <pc:docMk/>
          <pc:sldMk cId="4244490007" sldId="259"/>
        </pc:sldMkLst>
        <pc:picChg chg="add del">
          <ac:chgData name="Nancy Kathiriya" userId="5fce7ae6ad5bcf7e" providerId="LiveId" clId="{41CA6CC8-EC68-4E7D-8649-FCD22F457930}" dt="2026-09-23T14:23:32.386" v="34" actId="478"/>
          <ac:picMkLst>
            <pc:docMk/>
            <pc:sldMk cId="4244490007" sldId="259"/>
            <ac:picMk id="5" creationId="{947E1FA3-7362-346F-DB14-CDCA5DE7968B}"/>
          </ac:picMkLst>
        </pc:picChg>
      </pc:sldChg>
      <pc:sldChg chg="addSp delSp modSp mod">
        <pc:chgData name="Nancy Kathiriya" userId="5fce7ae6ad5bcf7e" providerId="LiveId" clId="{41CA6CC8-EC68-4E7D-8649-FCD22F457930}" dt="2026-09-23T14:23:33.169" v="38" actId="22"/>
        <pc:sldMkLst>
          <pc:docMk/>
          <pc:sldMk cId="3066404964" sldId="260"/>
        </pc:sldMkLst>
        <pc:picChg chg="add del">
          <ac:chgData name="Nancy Kathiriya" userId="5fce7ae6ad5bcf7e" providerId="LiveId" clId="{41CA6CC8-EC68-4E7D-8649-FCD22F457930}" dt="2026-09-23T14:23:33.001" v="37" actId="478"/>
          <ac:picMkLst>
            <pc:docMk/>
            <pc:sldMk cId="3066404964" sldId="260"/>
            <ac:picMk id="5" creationId="{E096C4CD-1E7F-7493-D70A-CA18A71FB38F}"/>
          </ac:picMkLst>
        </pc:picChg>
      </pc:sldChg>
      <pc:sldChg chg="addSp delSp modSp mod">
        <pc:chgData name="Nancy Kathiriya" userId="5fce7ae6ad5bcf7e" providerId="LiveId" clId="{41CA6CC8-EC68-4E7D-8649-FCD22F457930}" dt="2026-09-23T14:26:05.104" v="70" actId="14100"/>
        <pc:sldMkLst>
          <pc:docMk/>
          <pc:sldMk cId="1762175758" sldId="265"/>
        </pc:sldMkLst>
        <pc:picChg chg="add mod">
          <ac:chgData name="Nancy Kathiriya" userId="5fce7ae6ad5bcf7e" providerId="LiveId" clId="{41CA6CC8-EC68-4E7D-8649-FCD22F457930}" dt="2026-09-23T14:26:05.104" v="70" actId="14100"/>
          <ac:picMkLst>
            <pc:docMk/>
            <pc:sldMk cId="1762175758" sldId="265"/>
            <ac:picMk id="4" creationId="{E9EDA646-0EB8-23AD-BC8F-6695FC4B846E}"/>
          </ac:picMkLst>
        </pc:picChg>
      </pc:sldChg>
      <pc:sldChg chg="addSp delSp modSp mod">
        <pc:chgData name="Nancy Kathiriya" userId="5fce7ae6ad5bcf7e" providerId="LiveId" clId="{41CA6CC8-EC68-4E7D-8649-FCD22F457930}" dt="2026-09-23T14:25:19.978" v="59" actId="14100"/>
        <pc:sldMkLst>
          <pc:docMk/>
          <pc:sldMk cId="2957695277" sldId="266"/>
        </pc:sldMkLst>
        <pc:picChg chg="add mod">
          <ac:chgData name="Nancy Kathiriya" userId="5fce7ae6ad5bcf7e" providerId="LiveId" clId="{41CA6CC8-EC68-4E7D-8649-FCD22F457930}" dt="2026-09-23T14:25:19.978" v="59" actId="14100"/>
          <ac:picMkLst>
            <pc:docMk/>
            <pc:sldMk cId="2957695277" sldId="266"/>
            <ac:picMk id="4" creationId="{E4BB55DC-1FDA-C0D9-7FC4-937D649B3DE4}"/>
          </ac:picMkLst>
        </pc:picChg>
      </pc:sldChg>
      <pc:sldChg chg="addSp delSp modSp mod">
        <pc:chgData name="Nancy Kathiriya" userId="5fce7ae6ad5bcf7e" providerId="LiveId" clId="{41CA6CC8-EC68-4E7D-8649-FCD22F457930}" dt="2026-09-23T14:25:47.228" v="66" actId="14100"/>
        <pc:sldMkLst>
          <pc:docMk/>
          <pc:sldMk cId="3326479910" sldId="267"/>
        </pc:sldMkLst>
        <pc:picChg chg="add mod">
          <ac:chgData name="Nancy Kathiriya" userId="5fce7ae6ad5bcf7e" providerId="LiveId" clId="{41CA6CC8-EC68-4E7D-8649-FCD22F457930}" dt="2026-09-23T14:25:47.228" v="66" actId="14100"/>
          <ac:picMkLst>
            <pc:docMk/>
            <pc:sldMk cId="3326479910" sldId="267"/>
            <ac:picMk id="7" creationId="{4293AAAE-E2C2-0D7B-4506-6353EFE1E61E}"/>
          </ac:picMkLst>
        </pc:picChg>
      </pc:sldChg>
      <pc:sldChg chg="addSp delSp modSp mod">
        <pc:chgData name="Nancy Kathiriya" userId="5fce7ae6ad5bcf7e" providerId="LiveId" clId="{41CA6CC8-EC68-4E7D-8649-FCD22F457930}" dt="2026-09-23T14:24:20.455" v="51" actId="14100"/>
        <pc:sldMkLst>
          <pc:docMk/>
          <pc:sldMk cId="2473874341" sldId="268"/>
        </pc:sldMkLst>
        <pc:picChg chg="add mod">
          <ac:chgData name="Nancy Kathiriya" userId="5fce7ae6ad5bcf7e" providerId="LiveId" clId="{41CA6CC8-EC68-4E7D-8649-FCD22F457930}" dt="2026-09-23T14:24:20.455" v="51" actId="14100"/>
          <ac:picMkLst>
            <pc:docMk/>
            <pc:sldMk cId="2473874341" sldId="268"/>
            <ac:picMk id="6" creationId="{488F8D3D-004A-C367-8896-17062D76E300}"/>
          </ac:picMkLst>
        </pc:picChg>
      </pc:sldChg>
      <pc:sldChg chg="addSp delSp modSp mod">
        <pc:chgData name="Nancy Kathiriya" userId="5fce7ae6ad5bcf7e" providerId="LiveId" clId="{41CA6CC8-EC68-4E7D-8649-FCD22F457930}" dt="2026-09-23T14:30:11.644" v="75" actId="14100"/>
        <pc:sldMkLst>
          <pc:docMk/>
          <pc:sldMk cId="2768058419" sldId="269"/>
        </pc:sldMkLst>
        <pc:picChg chg="add mod">
          <ac:chgData name="Nancy Kathiriya" userId="5fce7ae6ad5bcf7e" providerId="LiveId" clId="{41CA6CC8-EC68-4E7D-8649-FCD22F457930}" dt="2026-09-23T14:30:11.644" v="75" actId="14100"/>
          <ac:picMkLst>
            <pc:docMk/>
            <pc:sldMk cId="2768058419" sldId="269"/>
            <ac:picMk id="6" creationId="{2360D123-9072-767D-B672-996975C0CB47}"/>
          </ac:picMkLst>
        </pc:picChg>
      </pc:sldChg>
      <pc:sldChg chg="addSp delSp modSp mod">
        <pc:chgData name="Nancy Kathiriya" userId="5fce7ae6ad5bcf7e" providerId="LiveId" clId="{41CA6CC8-EC68-4E7D-8649-FCD22F457930}" dt="2026-09-23T14:31:51.055" v="80" actId="14100"/>
        <pc:sldMkLst>
          <pc:docMk/>
          <pc:sldMk cId="3171979826" sldId="270"/>
        </pc:sldMkLst>
        <pc:picChg chg="add mod">
          <ac:chgData name="Nancy Kathiriya" userId="5fce7ae6ad5bcf7e" providerId="LiveId" clId="{41CA6CC8-EC68-4E7D-8649-FCD22F457930}" dt="2026-09-23T14:31:51.055" v="80" actId="14100"/>
          <ac:picMkLst>
            <pc:docMk/>
            <pc:sldMk cId="3171979826" sldId="270"/>
            <ac:picMk id="8" creationId="{39D59F89-A956-CB1B-0786-95930EC23A3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443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73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38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82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71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145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440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6257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256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44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729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55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23583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741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4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140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4700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05408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02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9884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616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93733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61702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643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133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2312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18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26E8D25-9ED9-4E51-BE73-D21960E5459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4700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0804189-DC42-8D9B-F588-9B6181F99CFF}"/>
              </a:ext>
            </a:extLst>
          </p:cNvPr>
          <p:cNvSpPr/>
          <p:nvPr/>
        </p:nvSpPr>
        <p:spPr>
          <a:xfrm>
            <a:off x="731520" y="2180959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Personas</a:t>
            </a:r>
            <a:endParaRPr lang="en-US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D59AF1-AEAB-DAEA-7842-4C785AC692D7}"/>
              </a:ext>
            </a:extLst>
          </p:cNvPr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UI/UX Design — User Personas   |   Nancy Kathiriya   |   PRN: 1262242543   |   Roll No</a:t>
            </a:r>
            <a:r>
              <a:rPr lang="en-US" sz="1100"/>
              <a:t>: 11   </a:t>
            </a:r>
            <a:r>
              <a:rPr lang="en-US" sz="1100" dirty="0"/>
              <a:t>|   Panel: 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022D3-4A22-9E65-DC99-AE1789151EB9}"/>
              </a:ext>
            </a:extLst>
          </p:cNvPr>
          <p:cNvSpPr txBox="1"/>
          <p:nvPr/>
        </p:nvSpPr>
        <p:spPr>
          <a:xfrm>
            <a:off x="762000" y="3198043"/>
            <a:ext cx="821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Understanding how buyers, renters, and investors discover and secure properties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6E907-D523-7183-3146-DBDBD0E6EFD7}"/>
              </a:ext>
            </a:extLst>
          </p:cNvPr>
          <p:cNvSpPr txBox="1"/>
          <p:nvPr/>
        </p:nvSpPr>
        <p:spPr>
          <a:xfrm>
            <a:off x="731520" y="3657601"/>
            <a:ext cx="5189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Domain: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Digital Real Estate Platform — </a:t>
            </a:r>
            <a:r>
              <a:rPr lang="en-IN" sz="16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Housing.com</a:t>
            </a:r>
          </a:p>
        </p:txBody>
      </p:sp>
    </p:spTree>
    <p:extLst>
      <p:ext uri="{BB962C8B-B14F-4D97-AF65-F5344CB8AC3E}">
        <p14:creationId xmlns:p14="http://schemas.microsoft.com/office/powerpoint/2010/main" val="1479438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90FCA2-4C1C-E293-E5D3-BD42CE7ED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52" y="754925"/>
            <a:ext cx="10152667" cy="579670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5AFED3-E634-1131-9384-D545054DBFF2}"/>
              </a:ext>
            </a:extLst>
          </p:cNvPr>
          <p:cNvSpPr/>
          <p:nvPr/>
        </p:nvSpPr>
        <p:spPr>
          <a:xfrm>
            <a:off x="333081" y="754925"/>
            <a:ext cx="137317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01.</a:t>
            </a:r>
          </a:p>
        </p:txBody>
      </p:sp>
    </p:spTree>
    <p:extLst>
      <p:ext uri="{BB962C8B-B14F-4D97-AF65-F5344CB8AC3E}">
        <p14:creationId xmlns:p14="http://schemas.microsoft.com/office/powerpoint/2010/main" val="2893822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805D26-29AA-2D8C-AA76-EF459BB551B7}"/>
              </a:ext>
            </a:extLst>
          </p:cNvPr>
          <p:cNvSpPr/>
          <p:nvPr/>
        </p:nvSpPr>
        <p:spPr>
          <a:xfrm>
            <a:off x="389641" y="776889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02.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E1FA3-7362-346F-DB14-CDCA5DE79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70" y="767462"/>
            <a:ext cx="10073889" cy="573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90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A0EF7-EDA5-5E6B-6D9E-51ED0BAE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90D5FC-C0B9-16E4-696C-2AD4BC2BB52A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03.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6C4CD-1E7F-7493-D70A-CA18A71FB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70" y="767463"/>
            <a:ext cx="10073889" cy="570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04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2573E8D-6724-AF72-5C9D-3E9710582C2D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04.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CD7DD-480C-DF59-25A7-3D045D87C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69" y="767463"/>
            <a:ext cx="10073889" cy="568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453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789AB3-A255-2389-D70C-8EA70D050CAD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05.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2EA9BF-C936-3895-C68A-D84CCFD7B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70" y="755679"/>
            <a:ext cx="10073889" cy="573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81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5E304A-2C17-6B99-03BA-8C1E36AE5BD2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27337-371A-ADE3-0A24-9F808F55F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69" y="767462"/>
            <a:ext cx="10073889" cy="568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0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225F876-6D44-3986-6814-1577EF0D010B}"/>
              </a:ext>
            </a:extLst>
          </p:cNvPr>
          <p:cNvSpPr/>
          <p:nvPr/>
        </p:nvSpPr>
        <p:spPr>
          <a:xfrm>
            <a:off x="599545" y="2256373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Journey Maps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CFC9F-FDB2-76CB-040B-4C65046AC0D6}"/>
              </a:ext>
            </a:extLst>
          </p:cNvPr>
          <p:cNvSpPr txBox="1"/>
          <p:nvPr/>
        </p:nvSpPr>
        <p:spPr>
          <a:xfrm>
            <a:off x="599545" y="3244334"/>
            <a:ext cx="4890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Mapping the Path from First Click to Final Move.</a:t>
            </a:r>
          </a:p>
        </p:txBody>
      </p:sp>
    </p:spTree>
    <p:extLst>
      <p:ext uri="{BB962C8B-B14F-4D97-AF65-F5344CB8AC3E}">
        <p14:creationId xmlns:p14="http://schemas.microsoft.com/office/powerpoint/2010/main" val="861331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A34825C-9C78-A777-287A-92CC8BCF0FA3}"/>
              </a:ext>
            </a:extLst>
          </p:cNvPr>
          <p:cNvSpPr/>
          <p:nvPr/>
        </p:nvSpPr>
        <p:spPr>
          <a:xfrm>
            <a:off x="389641" y="776889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EDA646-0EB8-23AD-BC8F-6695FC4B8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69" y="776889"/>
            <a:ext cx="10073889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75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D8BEA6-6E13-EBC3-B624-6BCC5A46C3BC}"/>
              </a:ext>
            </a:extLst>
          </p:cNvPr>
          <p:cNvSpPr/>
          <p:nvPr/>
        </p:nvSpPr>
        <p:spPr>
          <a:xfrm>
            <a:off x="389641" y="776889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02.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BB55DC-1FDA-C0D9-7FC4-937D649B3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69" y="776889"/>
            <a:ext cx="10073889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95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A21072-77B2-E1D5-EBFD-4BC32DD739E8}"/>
              </a:ext>
            </a:extLst>
          </p:cNvPr>
          <p:cNvSpPr/>
          <p:nvPr/>
        </p:nvSpPr>
        <p:spPr>
          <a:xfrm>
            <a:off x="389641" y="776889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03.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93AAAE-E2C2-0D7B-4506-6353EFE1E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69" y="776889"/>
            <a:ext cx="10073889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479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CED37-29FE-36CD-3355-AE310828D7E6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04.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8F8D3D-004A-C367-8896-17062D76E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69" y="795742"/>
            <a:ext cx="10073889" cy="577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74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ED6591-9E03-162B-1DF8-8A018B640C84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05.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60D123-9072-767D-B672-996975C0C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69" y="795742"/>
            <a:ext cx="10073889" cy="577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58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55D381-DF7E-72B5-E134-A2A150693A9F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06.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D59F89-A956-CB1B-0786-95930EC23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69" y="795743"/>
            <a:ext cx="10073889" cy="579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979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8D99DA-DFC1-BF8B-7BD2-DF5A41978FE7}"/>
              </a:ext>
            </a:extLst>
          </p:cNvPr>
          <p:cNvSpPr/>
          <p:nvPr/>
        </p:nvSpPr>
        <p:spPr>
          <a:xfrm>
            <a:off x="240501" y="704902"/>
            <a:ext cx="103158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RESEARCH GAP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ADE2C-6DB1-44DD-3B90-30FFB4439BD2}"/>
              </a:ext>
            </a:extLst>
          </p:cNvPr>
          <p:cNvSpPr txBox="1"/>
          <p:nvPr/>
        </p:nvSpPr>
        <p:spPr>
          <a:xfrm>
            <a:off x="443061" y="1962851"/>
            <a:ext cx="104212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 Light" panose="020B0502040204020203" pitchFamily="34" charset="0"/>
              </a:rPr>
              <a:t>The analysis of existing real-estate platforms shows that, although websites provide a large amount of property information, users may still face difficulties in </a:t>
            </a:r>
            <a:r>
              <a:rPr lang="en-IN" b="1" dirty="0">
                <a:latin typeface="Bahnschrift Light" panose="020B0502040204020203" pitchFamily="34" charset="0"/>
              </a:rPr>
              <a:t>finding relevant properties, comparing multiple options, understanding important details, and making confident decisions</a:t>
            </a:r>
            <a:r>
              <a:rPr lang="en-IN" dirty="0">
                <a:latin typeface="Bahnschrift Light" panose="020B0502040204020203" pitchFamily="34" charset="0"/>
              </a:rPr>
              <a:t>. Information is often distributed across different sections, while filters, navigation, property details, and comparison features may not always align with the way users naturally search for a property.</a:t>
            </a:r>
          </a:p>
          <a:p>
            <a:endParaRPr lang="en-IN" dirty="0">
              <a:latin typeface="Bahnschrift Light" panose="020B0502040204020203" pitchFamily="34" charset="0"/>
            </a:endParaRPr>
          </a:p>
          <a:p>
            <a:endParaRPr lang="en-IN" dirty="0">
              <a:latin typeface="Bahnschrift Light" panose="020B0502040204020203" pitchFamily="34" charset="0"/>
            </a:endParaRPr>
          </a:p>
          <a:p>
            <a:endParaRPr lang="en-IN" dirty="0"/>
          </a:p>
        </p:txBody>
      </p:sp>
      <p:pic>
        <p:nvPicPr>
          <p:cNvPr id="4" name="Picture 3" descr="Symbol of House with Barcode Design and Real Estate Label. Mortgage Market  and Service or Wooden Construction Theme Stock Vector - Illustration of  business, codebar: 106337156">
            <a:extLst>
              <a:ext uri="{FF2B5EF4-FFF2-40B4-BE49-F238E27FC236}">
                <a16:creationId xmlns:a16="http://schemas.microsoft.com/office/drawing/2014/main" id="{57BB44AD-CE54-BBF1-D842-C0858A25F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520" y="3609012"/>
            <a:ext cx="2967755" cy="29677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D772D4-64DC-2660-1A4D-F9222C7E0875}"/>
              </a:ext>
            </a:extLst>
          </p:cNvPr>
          <p:cNvSpPr txBox="1"/>
          <p:nvPr/>
        </p:nvSpPr>
        <p:spPr>
          <a:xfrm>
            <a:off x="443061" y="3714445"/>
            <a:ext cx="72555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 Light" panose="020B0502040204020203" pitchFamily="34" charset="0"/>
              </a:rPr>
              <a:t>There is therefore a gap in creating a </a:t>
            </a:r>
            <a:r>
              <a:rPr lang="en-IN" b="1" dirty="0">
                <a:latin typeface="Bahnschrift Light" panose="020B0502040204020203" pitchFamily="34" charset="0"/>
              </a:rPr>
              <a:t>more user-</a:t>
            </a:r>
            <a:r>
              <a:rPr lang="en-IN" b="1" dirty="0" err="1">
                <a:latin typeface="Bahnschrift Light" panose="020B0502040204020203" pitchFamily="34" charset="0"/>
              </a:rPr>
              <a:t>centered</a:t>
            </a:r>
            <a:r>
              <a:rPr lang="en-IN" b="1" dirty="0">
                <a:latin typeface="Bahnschrift Light" panose="020B0502040204020203" pitchFamily="34" charset="0"/>
              </a:rPr>
              <a:t>, simple, and consistent real-estate interface</a:t>
            </a:r>
            <a:r>
              <a:rPr lang="en-IN" dirty="0">
                <a:latin typeface="Bahnschrift Light" panose="020B0502040204020203" pitchFamily="34" charset="0"/>
              </a:rPr>
              <a:t> that reduces information overload and supports users throughout the property-search process. A better design could focus on </a:t>
            </a:r>
            <a:r>
              <a:rPr lang="en-IN" b="1" dirty="0">
                <a:latin typeface="Bahnschrift Light" panose="020B0502040204020203" pitchFamily="34" charset="0"/>
              </a:rPr>
              <a:t>simplified navigation, meaningful filters, clear property information, easy comparison, transparent pricing, and personalized recommendations</a:t>
            </a:r>
            <a:r>
              <a:rPr lang="en-IN" dirty="0">
                <a:latin typeface="Bahnschrift Light" panose="020B0502040204020203" pitchFamily="34" charset="0"/>
              </a:rPr>
              <a:t>.</a:t>
            </a:r>
          </a:p>
          <a:p>
            <a:r>
              <a:rPr lang="en-IN" dirty="0">
                <a:latin typeface="Bahnschrift Light" panose="020B0502040204020203" pitchFamily="34" charset="0"/>
              </a:rPr>
              <a:t>The research will explore how UI/UX improvements can make the real-estate search experience </a:t>
            </a:r>
            <a:r>
              <a:rPr lang="en-IN" b="1" dirty="0">
                <a:latin typeface="Bahnschrift Light" panose="020B0502040204020203" pitchFamily="34" charset="0"/>
              </a:rPr>
              <a:t>more efficient, understandable, accessible, and decision-oriented for users</a:t>
            </a:r>
            <a:r>
              <a:rPr lang="en-IN" dirty="0">
                <a:latin typeface="Bahnschrift Light" panose="020B0502040204020203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463052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73</TotalTime>
  <Words>244</Words>
  <Application>Microsoft Office PowerPoint</Application>
  <PresentationFormat>Widescreen</PresentationFormat>
  <Paragraphs>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Arial Black</vt:lpstr>
      <vt:lpstr>Arial Nova Light</vt:lpstr>
      <vt:lpstr>Bahnschrift Light</vt:lpstr>
      <vt:lpstr>Georgia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Nancy Kathiriya</dc:creator>
  <cp:lastModifiedBy>Nancy Kathiriya</cp:lastModifiedBy>
  <cp:revision>1</cp:revision>
  <dcterms:created xsi:type="dcterms:W3CDTF">2026-08-08T13:49:38Z</dcterms:created>
  <dcterms:modified xsi:type="dcterms:W3CDTF">2026-10-23T17:30:38Z</dcterms:modified>
</cp:coreProperties>
</file>